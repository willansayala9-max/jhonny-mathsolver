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70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ice" initials="e" lastIdx="1" clrIdx="0">
    <p:extLst>
      <p:ext uri="{19B8F6BF-5375-455C-9EA6-DF929625EA0E}">
        <p15:presenceInfo xmlns:p15="http://schemas.microsoft.com/office/powerpoint/2012/main" userId="eunic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0A59E-890A-4FE1-8024-463418253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D38A00-B0B9-4A00-83CE-9D7694496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2BDAE5-91F8-420B-BEEC-3E76770C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E5F3ED-CD54-4384-A531-4D9AAA76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F6BE27-4BB9-4471-B807-DC796CE8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8087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397D2-EFBF-458D-960F-2B49385A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1FE3D7-57C1-4FB8-958F-8D7039C8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978D98-85E8-4459-B44A-AE36D077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E9872-7B65-43A0-B25A-4EB2CEB6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EBF540-E7C0-4764-9060-D2890422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5177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B8E8B-A633-4178-8CAF-ED053A517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0749C3-A56B-4C82-954B-3DDEE563D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7AAE2A-C3CF-42E4-B29A-DD468635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78EF4A-4AD7-4FCD-8D7B-95ACB50F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A79D75-E809-4260-AFF1-D27F1054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7802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3816C-B801-4DED-92CF-165C50721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50137-108B-434B-878E-A6325DF26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067A93-F42B-4CE3-ACBF-DD1E19E53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F6EAB9-E5AE-4ABD-A8B5-1D963B04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51E273-1368-48A3-9C05-D729823A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55B6C4-4FF2-4364-8547-A5B0325F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894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5C081-4F9C-4ADF-8122-AD973DD8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96BEF0-1641-4D24-9E88-A0D1A5897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C9ED68-3EC0-432B-8F89-F5C0B841D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A3E1FE-4818-4578-84D7-32F76962F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5DAF11-C503-4128-AC61-F8918C116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D50F9F-D9FC-428B-97C3-213F1E90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5ACFD3-9992-4693-AC4F-213CA9A3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EC1C0E-BD47-4DA8-9059-B3B3200A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0741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D8726-2514-42E7-9FC9-C6A4ED4E8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144CFB5-7607-476F-8376-1E3FFD40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E8EAC3-E830-4648-AEE1-E1A38762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566119-81A9-4B53-BB4E-C128B7D7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42853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6101311-923B-48A5-9266-91767E8B0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ABED73-F0BF-4DB1-B964-62813289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C7BBD5-2738-4439-AA0C-11B9E015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819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6EA05-7414-4537-875C-69AC0437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F03F89-1585-4B65-B5C9-71EB18581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BA436B-09DC-48EC-9118-167D7E8E3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24A7E-F226-48E3-B2AF-7C3DD1F0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83E736-7242-499A-B9B6-E13D2F38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C9DD5B-61B1-409E-80D1-FE4941FE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7520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09D9B-1D19-44DF-AD5C-1F7D1C2B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39994B-0702-4555-8BDA-B3021ED25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E0E969-9909-4BE1-B2ED-B3A7FBE86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32708A-BE34-488B-BD95-4D891C97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68B752-17C4-4B78-A249-1844C1422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E0B624-8224-474A-AB30-75607B84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9181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B1F50-6BD4-4981-8A58-87B9661E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F9C00B-DE2A-4BDB-B4F5-E5EEBC52C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811F93-409D-48F2-8665-E6E32F20F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278F7-914A-4546-98B0-C20ABB15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CFFDD8-D2B9-4E73-A4BC-C0C413F90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1095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4F158-D638-4C8A-8B0B-8FCB11A84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E73325-1D94-4FBA-845C-787711B6F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AE3EB-F95D-4BFA-9E27-36FC05F8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18370F-11BD-4B80-97EA-08F21EFD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1E09B3-0F6D-4912-94C5-16A722D8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7092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41B7FD-6140-49EB-8BF3-EE926A6E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D27A87-190E-4FA0-8318-322E39275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B63F96-B75B-4724-AB22-707B4B5F2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43C30-4FA0-43C4-A973-BB75715663DE}" type="datetimeFigureOut">
              <a:rPr lang="es-BO" smtClean="0"/>
              <a:t>15/9/2026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616CDA-3339-4D6D-8451-E34EFDFC0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831AEE-985E-40E3-A46D-17D7560B7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2020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622FEE-2468-4FCD-A973-F6C5171CE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MATHSOLVER: Aplicación para el desarrollo de ejercicios matemáticos</a:t>
            </a:r>
            <a:endParaRPr lang="es-B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Introducción </a:t>
            </a:r>
          </a:p>
          <a:p>
            <a:r>
              <a:rPr lang="es-ES" dirty="0"/>
              <a:t>El siguiente proyecto consiste en la implementación de una aplicación funcional, que, nos ayude o facilite la comprensión de diversos ejercicios matemáticos, ofreciéndonos la resolución de cada ejercicio viendo la ejecución que sigue para llegar al resultado final.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68722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endParaRPr lang="es-ES" dirty="0"/>
          </a:p>
          <a:p>
            <a:r>
              <a:rPr lang="es-ES" sz="2800" b="1" dirty="0"/>
              <a:t>PLANTEAMIENTO DEL PROBLEMA</a:t>
            </a:r>
          </a:p>
          <a:p>
            <a:r>
              <a:rPr lang="es-ES" dirty="0"/>
              <a:t>A diario vemos que los estudiantes tienen dificultad al momento de aprender las matemáticas, esto debido al grado de complejidad que conllevan las matemáticas.</a:t>
            </a:r>
          </a:p>
          <a:p>
            <a:r>
              <a:rPr lang="es-ES" dirty="0"/>
              <a:t>Esta aplicación se desarrolla por la necesidad que tienen los estudiantes de contar con una aplicación que les ayude a comprender y aprender la manera en la que se desarrollan los ejercicios.</a:t>
            </a:r>
          </a:p>
        </p:txBody>
      </p:sp>
    </p:spTree>
    <p:extLst>
      <p:ext uri="{BB962C8B-B14F-4D97-AF65-F5344CB8AC3E}">
        <p14:creationId xmlns:p14="http://schemas.microsoft.com/office/powerpoint/2010/main" val="96081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endParaRPr lang="es-ES" dirty="0"/>
          </a:p>
          <a:p>
            <a:r>
              <a:rPr lang="es-ES" dirty="0"/>
              <a:t>Diagnostico del contexto</a:t>
            </a:r>
          </a:p>
          <a:p>
            <a:r>
              <a:rPr lang="es-ES" dirty="0"/>
              <a:t>En el colegio José Clemente Maurer estudian alrededor de 325 alumnos de los cuales el 35% del colegio tienen dificultades en la materia de matemáticas. Lo cuales preocupante debido a que es una gran cantidad de estudiantes, lo que nos que si se da la necesidad de implementar una aplicación</a:t>
            </a:r>
          </a:p>
        </p:txBody>
      </p:sp>
    </p:spTree>
    <p:extLst>
      <p:ext uri="{BB962C8B-B14F-4D97-AF65-F5344CB8AC3E}">
        <p14:creationId xmlns:p14="http://schemas.microsoft.com/office/powerpoint/2010/main" val="3684295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2ABB218-094B-43F3-94BC-682425B0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                               </a:t>
            </a:r>
            <a:r>
              <a:rPr lang="es-ES" sz="6000" b="1" dirty="0"/>
              <a:t>OBJETIVOS</a:t>
            </a:r>
            <a:endParaRPr lang="es-B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s-ES" dirty="0"/>
          </a:p>
          <a:p>
            <a:r>
              <a:rPr lang="es-ES" dirty="0"/>
              <a:t>Objetivos generales</a:t>
            </a:r>
          </a:p>
          <a:p>
            <a:r>
              <a:rPr lang="es-ES" dirty="0"/>
              <a:t>Implementar una aplicación que nos ayude a resolver ejercicios matemáticos, mostrándonos la resolución de cada uno hasta el resultado final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639183-DFB7-4F0E-AF9A-2BAD13CD5D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Objetivos específicos </a:t>
            </a:r>
          </a:p>
          <a:p>
            <a:pPr marL="514350" indent="-514350">
              <a:buAutoNum type="arabicPeriod"/>
            </a:pPr>
            <a:r>
              <a:rPr lang="es-ES" dirty="0"/>
              <a:t>Resolver ejercicios matemáticos</a:t>
            </a:r>
          </a:p>
          <a:p>
            <a:pPr marL="514350" indent="-514350">
              <a:buAutoNum type="arabicPeriod"/>
            </a:pPr>
            <a:r>
              <a:rPr lang="es-ES" dirty="0"/>
              <a:t>Mostrar la resolución paso a paso</a:t>
            </a:r>
          </a:p>
          <a:p>
            <a:pPr marL="514350" indent="-514350">
              <a:buAutoNum type="arabicPeriod"/>
            </a:pPr>
            <a:r>
              <a:rPr lang="es-ES" dirty="0"/>
              <a:t>Verificar el resultado </a:t>
            </a:r>
          </a:p>
        </p:txBody>
      </p:sp>
    </p:spTree>
    <p:extLst>
      <p:ext uri="{BB962C8B-B14F-4D97-AF65-F5344CB8AC3E}">
        <p14:creationId xmlns:p14="http://schemas.microsoft.com/office/powerpoint/2010/main" val="99315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11505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sz="4000" b="1" dirty="0"/>
              <a:t>Justificación</a:t>
            </a:r>
          </a:p>
          <a:p>
            <a:r>
              <a:rPr lang="es-ES" sz="4000" dirty="0"/>
              <a:t>La justificación de la aplicación viene de la contribución que aporta al momento de ayudarnos a resolver ejercicios sin complicaciones y viendo el paso a paso de cada una.</a:t>
            </a:r>
          </a:p>
          <a:p>
            <a:r>
              <a:rPr lang="es-ES" sz="4000" dirty="0"/>
              <a:t> </a:t>
            </a:r>
          </a:p>
          <a:p>
            <a:endParaRPr lang="es-ES" sz="4000" b="1" dirty="0"/>
          </a:p>
        </p:txBody>
      </p:sp>
    </p:spTree>
    <p:extLst>
      <p:ext uri="{BB962C8B-B14F-4D97-AF65-F5344CB8AC3E}">
        <p14:creationId xmlns:p14="http://schemas.microsoft.com/office/powerpoint/2010/main" val="414331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sz="4000" b="1" dirty="0"/>
              <a:t>Localización de</a:t>
            </a:r>
            <a:r>
              <a:rPr lang="es-ES" sz="4000" dirty="0"/>
              <a:t> </a:t>
            </a:r>
            <a:r>
              <a:rPr lang="es-ES" sz="4000" b="1" dirty="0"/>
              <a:t>proyecto</a:t>
            </a:r>
          </a:p>
          <a:p>
            <a:r>
              <a:rPr lang="es-ES" sz="3600" dirty="0"/>
              <a:t>El desarrollo del proyecto es en la zona </a:t>
            </a:r>
            <a:r>
              <a:rPr lang="es-ES" sz="3600" dirty="0" err="1"/>
              <a:t>azari</a:t>
            </a:r>
            <a:r>
              <a:rPr lang="es-ES" sz="3600" dirty="0"/>
              <a:t>, distrito 5 de la ciudad de Sucre, departamento Chuquisaca.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4240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B9849DB-D1CD-41D8-A0D0-6A37ECD4D0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D242D4F-4554-46A9-AEC8-B973CC63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A048A8-357A-4ACA-8D1E-07F28F0A57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Capital de operación </a:t>
            </a:r>
          </a:p>
          <a:p>
            <a:pPr marL="0" indent="0">
              <a:buNone/>
            </a:pPr>
            <a:r>
              <a:rPr lang="es-ES" dirty="0"/>
              <a:t>Se requirió un monto total de bs 34 en la compra de material para la compra de cuaderno, bolígrafos para la investigación.                                                                 </a:t>
            </a:r>
            <a:endParaRPr lang="es-B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3773C9-8A90-42F5-A7F6-BFB409062C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Capital de operación </a:t>
            </a:r>
          </a:p>
          <a:p>
            <a:pPr marL="0" indent="0">
              <a:buNone/>
            </a:pPr>
            <a:r>
              <a:rPr lang="es-ES" dirty="0"/>
              <a:t>No requirió material físico para el proyecto ya que es un proyecto virtual.</a:t>
            </a:r>
            <a:endParaRPr lang="es-BO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A77F993-3640-449F-B7DE-355F2A281D6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9397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b="1" dirty="0"/>
              <a:t>RESULTADOS </a:t>
            </a:r>
          </a:p>
          <a:p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81467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b="1" dirty="0"/>
              <a:t>PROYECTO DE VIDA</a:t>
            </a:r>
          </a:p>
          <a:p>
            <a:r>
              <a:rPr lang="es-ES" dirty="0"/>
              <a:t>El autor de</a:t>
            </a:r>
            <a:r>
              <a:rPr lang="es-BO" dirty="0"/>
              <a:t> el siguiente proyecto aspira a cursar cursos superiores de sistemas así seguir progresando y aumentar conocimientos técnicos que nos ayuden en el día a día.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917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b="1" dirty="0"/>
              <a:t>CONCLUSIONES </a:t>
            </a:r>
          </a:p>
          <a:p>
            <a:r>
              <a:rPr lang="es-ES" dirty="0"/>
              <a:t>La aplicación  “</a:t>
            </a:r>
            <a:r>
              <a:rPr lang="es-ES" b="1" dirty="0"/>
              <a:t>MATHSOLVER” </a:t>
            </a:r>
            <a:r>
              <a:rPr lang="es-ES" dirty="0"/>
              <a:t>es una aplicación fácil de utilizar que contribuye al mejor aprendizaje y resolución de ejercicios matemáticos. 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16368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b="1" dirty="0"/>
              <a:t>RECOMENDACIONES </a:t>
            </a:r>
            <a:endParaRPr lang="es-ES" dirty="0"/>
          </a:p>
          <a:p>
            <a:r>
              <a:rPr lang="es-ES" dirty="0"/>
              <a:t>Se recomienda realizar pruebas en la resolución de los ejercicios probar formulas funcionales y recomendadas mayormente.</a:t>
            </a:r>
          </a:p>
        </p:txBody>
      </p:sp>
    </p:spTree>
    <p:extLst>
      <p:ext uri="{BB962C8B-B14F-4D97-AF65-F5344CB8AC3E}">
        <p14:creationId xmlns:p14="http://schemas.microsoft.com/office/powerpoint/2010/main" val="419380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endParaRPr lang="es-ES" sz="7200" b="1" dirty="0"/>
          </a:p>
          <a:p>
            <a:r>
              <a:rPr lang="es-ES" sz="8000" b="1"/>
              <a:t>THANK </a:t>
            </a:r>
            <a:r>
              <a:rPr lang="es-ES" sz="8000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251714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7932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006219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385</Words>
  <Application>Microsoft Office PowerPoint</Application>
  <PresentationFormat>Panorámica</PresentationFormat>
  <Paragraphs>36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MATHSOLVER: Aplicación para el desarrollo de ejercicios matemáticos</vt:lpstr>
      <vt:lpstr>Presentación de PowerPoint</vt:lpstr>
      <vt:lpstr>Presentación de PowerPoint</vt:lpstr>
      <vt:lpstr>                                OBJETIVOS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MATHSOLVER: Aplicación para el desarrollo de ejercicios matematicos</dc:title>
  <dc:creator>eunice</dc:creator>
  <cp:lastModifiedBy>eunice</cp:lastModifiedBy>
  <cp:revision>29</cp:revision>
  <dcterms:created xsi:type="dcterms:W3CDTF">2026-09-03T14:23:03Z</dcterms:created>
  <dcterms:modified xsi:type="dcterms:W3CDTF">2026-09-15T15:03:56Z</dcterms:modified>
</cp:coreProperties>
</file>